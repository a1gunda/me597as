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B37993-D4BB-31D1-5306-F380A1789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4443E8-D6E0-6C4B-41D3-279FD149FD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Click to edit Master subtitle style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4A2C78-C311-3238-88F6-B1E06A229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2C6E29-3A19-5BB2-DFBF-344633733D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6EB09-A35C-D5EB-0526-8F2FC8CFF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5789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7FC74-45B0-C4D0-FF81-3D2DDAEA2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A2838D-52A4-1857-4202-EA7F5897D6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E8B49C-A36F-A251-CF65-8291FEE03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83FE0C-4AE0-70FC-B120-DD1939FF9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19A214-BF8D-1430-924B-6BB4592ED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926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13F670-9EE0-56A8-4626-34B10900B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79FE21-04FC-51C4-17C6-27899C1A2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5A9BB7-9F58-2D9C-8707-6F4343261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1B86AD-67C6-2AD7-D8F1-D8A2BBA7A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FC22A-C75E-B2CD-4B35-FA7DBE36D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7746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41783-3A18-E71F-AAE4-1B863B6EB7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582A78-F22F-61E8-F02A-BE92C0D094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E20AAB-ADC2-775A-407B-CAA189EBD1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A0422EE-318D-97D8-015B-E3695247E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94967-0225-B63E-D887-97F109E4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D96D39-F698-EA2B-8F9C-9458DEE89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9142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096CF-310B-7316-5A37-C48341B23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399C7F-F65A-A402-575F-2A020802B9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FE582C-A5D6-7335-B0CC-3A0F27814F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4E591-F373-13E1-FB1C-046ADCDAC7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2A400-B5DB-F492-11AE-49F4971D5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F7D10C-AB61-5720-5C73-AA33C8DA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5161C-BDDE-DD8A-C1B1-132D46D9F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9F15EF-A2A5-950F-FEA8-192A69DB4A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3987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47168-3B68-19E4-657E-B91EC3FBF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00E9AE-D05B-6E04-44E6-500CE0811A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CCF74A-E8A9-AA2D-99CF-45541F974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A4F279-C205-BE0F-CD16-C0714EAFF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44381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2476B2-DD99-FBF2-C16E-95FD47DB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E7D588-EC41-B99E-0478-CF6225BD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D39AE-17C5-5089-55D8-33327DE5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2946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57162-FD69-7CAD-4F88-9B6CB5354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A3C10-5DB3-49DE-B03F-364B068BA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13A72-1D9C-5081-A31B-9083B4827B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403BFD-DE43-730D-A56C-87E6E671D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312F48-8136-BBB4-9DF8-EBF925EFD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330BF-1D22-0CE9-8DD4-D888C1A73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7123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33AFF-3D23-DF32-89B0-8969BC235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3833D7-DA29-A8D8-F4B2-94426D8601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7A6EB5-00DF-B4B1-C3EC-6AF9F1C5D6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ko-KR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C3E502-7917-A5C4-624E-D6452570A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48BFC-969A-CD0E-C6F5-2A344499F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597998-A31D-7D58-3136-2C87CECA8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99397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7942F-01F4-B384-A9F6-627C345D8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376E5E-497B-0081-4987-8F58FCC2FD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D8963A-6BE9-E6DB-8964-1E3C4B293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6C4D1-9A2A-038D-0A49-FA79CB28B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253A4D-3FAE-CED0-3E5D-B29E197BB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839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FED50C0-5760-3C1F-DEF6-A0C2AAB9C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0D937C-7667-CD6D-B4CF-196D28A752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19E6E-CAD7-7BB2-37EA-AD1538DBC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B7A6B-A5B6-3DBB-5CE1-78B406D1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E3849E-4B5F-EAA3-0757-6ACE86DFC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734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1B1EFF-BB57-C072-F230-588342495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/>
              <a:t>Click to edit Master title style</a:t>
            </a:r>
            <a:endParaRPr lang="ko-KR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04701B-8A4B-02E4-DD02-26A2B28939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/>
              <a:t>Click to edit Master text styles</a:t>
            </a:r>
          </a:p>
          <a:p>
            <a:pPr lvl="1"/>
            <a:r>
              <a:rPr lang="en-US" altLang="ko-KR"/>
              <a:t>Second level</a:t>
            </a:r>
          </a:p>
          <a:p>
            <a:pPr lvl="2"/>
            <a:r>
              <a:rPr lang="en-US" altLang="ko-KR"/>
              <a:t>Third level</a:t>
            </a:r>
          </a:p>
          <a:p>
            <a:pPr lvl="3"/>
            <a:r>
              <a:rPr lang="en-US" altLang="ko-KR"/>
              <a:t>Fourth level</a:t>
            </a:r>
          </a:p>
          <a:p>
            <a:pPr lvl="4"/>
            <a:r>
              <a:rPr lang="en-US" altLang="ko-KR"/>
              <a:t>Fifth level</a:t>
            </a:r>
            <a:endParaRPr lang="ko-KR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5582C1-0208-2E5F-3239-6FA0DE5A4B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4B2639-FB7F-4935-AF34-033016D80E8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1BF7D7-A133-A0BE-8A31-8643F5FDB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24DF0-9FAD-B38B-2430-D5AB16D576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16F96B-845A-4B0F-8180-245A10D3F03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2784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4B2C69-BEAA-470C-C129-84654ED5C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92995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ME 597</a:t>
            </a:r>
            <a:br>
              <a:rPr lang="en-US" altLang="ko-KR" dirty="0"/>
            </a:br>
            <a:r>
              <a:rPr lang="en-US" altLang="ko-KR" sz="3300" dirty="0"/>
              <a:t>- final project -</a:t>
            </a:r>
            <a:endParaRPr lang="ko-KR" altLang="en-US" sz="33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454C9-C6B8-E983-D771-17BFCF0AAF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6880" y="3860800"/>
            <a:ext cx="9144000" cy="1655762"/>
          </a:xfrm>
        </p:spPr>
        <p:txBody>
          <a:bodyPr/>
          <a:lstStyle/>
          <a:p>
            <a:pPr algn="l"/>
            <a:r>
              <a:rPr lang="en-US" altLang="ko-KR" dirty="0"/>
              <a:t>Your name</a:t>
            </a:r>
          </a:p>
          <a:p>
            <a:pPr algn="l"/>
            <a:r>
              <a:rPr lang="en-US" altLang="ko-KR" dirty="0"/>
              <a:t>ID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A407A6-6B9D-0DB8-5C71-5132D1957955}"/>
              </a:ext>
            </a:extLst>
          </p:cNvPr>
          <p:cNvSpPr txBox="1"/>
          <p:nvPr/>
        </p:nvSpPr>
        <p:spPr>
          <a:xfrm>
            <a:off x="8432800" y="3860800"/>
            <a:ext cx="27736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Change to ■</a:t>
            </a:r>
          </a:p>
          <a:p>
            <a:r>
              <a:rPr lang="en-US" altLang="ko-KR" dirty="0"/>
              <a:t>□ </a:t>
            </a:r>
            <a:r>
              <a:rPr lang="en-US" altLang="ko-KR" dirty="0" err="1"/>
              <a:t>Turtlebot</a:t>
            </a:r>
            <a:endParaRPr lang="en-US" altLang="ko-KR" dirty="0"/>
          </a:p>
          <a:p>
            <a:r>
              <a:rPr lang="en-US" altLang="ko-KR" dirty="0"/>
              <a:t>□ VRX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18633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3457-167A-D4EF-1B0A-25F034861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Task 1: explain your mapping strategy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0BBDC-228F-EFC2-0195-29445E9DA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1064"/>
            <a:ext cx="12192000" cy="5956935"/>
          </a:xfrm>
        </p:spPr>
        <p:txBody>
          <a:bodyPr/>
          <a:lstStyle/>
          <a:p>
            <a:r>
              <a:rPr lang="en-US" altLang="ko-KR" dirty="0"/>
              <a:t>This part can be multiple slides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626766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B646-2476-298F-DF07-2192FC282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13A220-4DAB-1306-24A9-BFB5F3DE2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Task 1: map discover ratio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53C48-03C0-F1B3-869C-4BEC48A6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1064"/>
            <a:ext cx="12192000" cy="5956935"/>
          </a:xfrm>
        </p:spPr>
        <p:txBody>
          <a:bodyPr/>
          <a:lstStyle/>
          <a:p>
            <a:r>
              <a:rPr lang="en-US" altLang="ko-KR" dirty="0"/>
              <a:t>Provide 3 trial results (with screenshots &amp; timeline)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70638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555BF9-D45B-BEC7-7B86-796B6BDB7A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A84091-3AE6-1B94-EEFA-A5B1D3B8A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Task 2: explain your avoidance strategy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C3DF0-36C9-FDC6-748E-9E8EF7459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1064"/>
            <a:ext cx="12192000" cy="5956935"/>
          </a:xfrm>
        </p:spPr>
        <p:txBody>
          <a:bodyPr/>
          <a:lstStyle/>
          <a:p>
            <a:r>
              <a:rPr lang="en-US" altLang="ko-KR" dirty="0"/>
              <a:t>Ex) perception, path planning, control etc.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3991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9446-9DBD-FD7B-262D-CDCE5B243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881C6-D584-4837-1796-05BB645D00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Task 2: results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DB565-BD3C-A219-E809-D2A5B08297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1064"/>
            <a:ext cx="12192000" cy="5956935"/>
          </a:xfrm>
        </p:spPr>
        <p:txBody>
          <a:bodyPr/>
          <a:lstStyle/>
          <a:p>
            <a:r>
              <a:rPr lang="en-US" altLang="ko-KR" dirty="0"/>
              <a:t> provide a short video clip demonstrating an instance of avoidance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01108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7499F-3216-4E2A-E9FB-76990D45E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71857-0588-C53D-F887-5EC5096E9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Task 3: explain your strategy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667C8A-85F6-65BC-DE94-CE772AE81E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1064"/>
            <a:ext cx="12192000" cy="5956935"/>
          </a:xfrm>
        </p:spPr>
        <p:txBody>
          <a:bodyPr/>
          <a:lstStyle/>
          <a:p>
            <a:r>
              <a:rPr lang="en-US" altLang="ko-KR" dirty="0"/>
              <a:t>Use visualization tools such as picture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976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711391-54E5-C1CE-9BAB-CC1BCFA40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E25AD-D9D4-E307-1853-7C86C3103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Task 3: results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E2A709-5EC7-3228-3DCD-20FA3177B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1064"/>
            <a:ext cx="12192000" cy="5956935"/>
          </a:xfrm>
        </p:spPr>
        <p:txBody>
          <a:bodyPr/>
          <a:lstStyle/>
          <a:p>
            <a:r>
              <a:rPr lang="en-US" altLang="ko-KR" dirty="0"/>
              <a:t>provide short videos that showcase your unique strategies and demonstrate your novel algorithms</a:t>
            </a:r>
          </a:p>
        </p:txBody>
      </p:sp>
    </p:spTree>
    <p:extLst>
      <p:ext uri="{BB962C8B-B14F-4D97-AF65-F5344CB8AC3E}">
        <p14:creationId xmlns:p14="http://schemas.microsoft.com/office/powerpoint/2010/main" val="3210993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E3AB8B-F7CF-5CAD-5E4C-9CF569300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BAA55D-EB64-BBD3-4ECD-7A89A38DB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1037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Task 3: results</a:t>
            </a:r>
            <a:endParaRPr lang="ko-KR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B7D803-EF16-71E0-E9CC-32B7F1AD82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1064"/>
            <a:ext cx="12192000" cy="5956935"/>
          </a:xfrm>
        </p:spPr>
        <p:txBody>
          <a:bodyPr/>
          <a:lstStyle/>
          <a:p>
            <a:r>
              <a:rPr lang="en-US" altLang="ko-KR" dirty="0"/>
              <a:t>Summarize the results, including success rate, time span, and other relevant metrics.</a:t>
            </a:r>
          </a:p>
        </p:txBody>
      </p:sp>
    </p:spTree>
    <p:extLst>
      <p:ext uri="{BB962C8B-B14F-4D97-AF65-F5344CB8AC3E}">
        <p14:creationId xmlns:p14="http://schemas.microsoft.com/office/powerpoint/2010/main" val="145502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127</Words>
  <Application>Microsoft Office PowerPoint</Application>
  <PresentationFormat>Widescreen</PresentationFormat>
  <Paragraphs>20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맑은 고딕</vt:lpstr>
      <vt:lpstr>Arial</vt:lpstr>
      <vt:lpstr>Office Theme</vt:lpstr>
      <vt:lpstr>ME 597 - final project -</vt:lpstr>
      <vt:lpstr>Task 1: explain your mapping strategy</vt:lpstr>
      <vt:lpstr>Task 1: map discover ratio</vt:lpstr>
      <vt:lpstr>Task 2: explain your avoidance strategy</vt:lpstr>
      <vt:lpstr>Task 2: results</vt:lpstr>
      <vt:lpstr>Task 3: explain your strategy</vt:lpstr>
      <vt:lpstr>Task 3: results</vt:lpstr>
      <vt:lpstr>Task 3: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Dalseong Yoon</dc:creator>
  <cp:lastModifiedBy>Dalseong Yoon</cp:lastModifiedBy>
  <cp:revision>2</cp:revision>
  <dcterms:created xsi:type="dcterms:W3CDTF">2025-04-29T15:58:08Z</dcterms:created>
  <dcterms:modified xsi:type="dcterms:W3CDTF">2025-04-29T16:15:32Z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7606f69-b0ae-4874-be30-7d43a3c7be10_Enabled">
    <vt:lpwstr>true</vt:lpwstr>
  </property>
  <property fmtid="{D5CDD505-2E9C-101B-9397-08002B2CF9AE}" pid="3" name="MSIP_Label_f7606f69-b0ae-4874-be30-7d43a3c7be10_SetDate">
    <vt:lpwstr>2025-04-29T16:09:27Z</vt:lpwstr>
  </property>
  <property fmtid="{D5CDD505-2E9C-101B-9397-08002B2CF9AE}" pid="4" name="MSIP_Label_f7606f69-b0ae-4874-be30-7d43a3c7be10_Method">
    <vt:lpwstr>Standard</vt:lpwstr>
  </property>
  <property fmtid="{D5CDD505-2E9C-101B-9397-08002B2CF9AE}" pid="5" name="MSIP_Label_f7606f69-b0ae-4874-be30-7d43a3c7be10_Name">
    <vt:lpwstr>defa4170-0d19-0005-0001-bc88714345d2</vt:lpwstr>
  </property>
  <property fmtid="{D5CDD505-2E9C-101B-9397-08002B2CF9AE}" pid="6" name="MSIP_Label_f7606f69-b0ae-4874-be30-7d43a3c7be10_SiteId">
    <vt:lpwstr>4130bd39-7c53-419c-b1e5-8758d6d63f21</vt:lpwstr>
  </property>
  <property fmtid="{D5CDD505-2E9C-101B-9397-08002B2CF9AE}" pid="7" name="MSIP_Label_f7606f69-b0ae-4874-be30-7d43a3c7be10_ActionId">
    <vt:lpwstr>c487e2e2-a344-4c90-b9d2-6dee9631c852</vt:lpwstr>
  </property>
  <property fmtid="{D5CDD505-2E9C-101B-9397-08002B2CF9AE}" pid="8" name="MSIP_Label_f7606f69-b0ae-4874-be30-7d43a3c7be10_ContentBits">
    <vt:lpwstr>0</vt:lpwstr>
  </property>
  <property fmtid="{D5CDD505-2E9C-101B-9397-08002B2CF9AE}" pid="9" name="MSIP_Label_f7606f69-b0ae-4874-be30-7d43a3c7be10_Tag">
    <vt:lpwstr>10, 3, 0, 1</vt:lpwstr>
  </property>
</Properties>
</file>